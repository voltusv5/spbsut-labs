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2A0C9-CF73-4842-AF15-13C7F87FBA3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FABEE-FB48-4A7F-949F-0C0D3D346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92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c4718ee16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c4718ee16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BA36C-69C5-5F97-2455-581DB4550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3EFDA0-28CB-ABC3-BDF6-41B9D6EA7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B24419-E01D-EA32-B509-D9F675A7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6E5328-6ECA-8B81-2A6C-E84714CF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618BB5-8009-A67B-967F-0D45115F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41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23054-D1DA-C236-D0B2-15748C0E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79F28-011B-536D-35A7-0D2C383B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0EB7C1-CD38-B3A4-04CD-1C011B7B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3F169-1BDB-68F2-7DF2-DA68AFA7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4E27CA-00EB-23D0-3125-E231FBE6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5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E4DF3-2C9F-6EF0-1C88-8FE8ECD0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9C6BDC-3988-CA3C-06AA-53A14C6F5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B97DCA-549B-CBE9-46A7-98CC30DE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23F697-8030-314A-BC67-65493B1D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CE83E-9A1F-C8EC-EF5F-2D217C0A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39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A3A1B-8CD3-D3A1-ACFB-E7DB820C3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D96B5-E33D-081B-D005-D09044A73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8D77B1-EAC1-96F8-25B4-491D9F6C1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01D2C1-D1BA-F832-2B86-0D66EB92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5EC61C-75AA-D44E-79C5-F48F1D98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ADCEF9-EDE8-B04F-2771-2417728D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58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17749-D237-B70B-91AA-42868B57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E88E91-BAC1-52E5-4565-2E57D4FFE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32862C-C61C-3110-E85A-F2309896A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2B5DD8-685E-DAD0-CA7E-BD05C9D60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239F5B4-2247-7977-1F63-750683099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C05C93-2E87-5522-1829-5DCCC2F6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62E71-FEBB-A459-ED96-29642830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BAC50EE-0EBF-3EEB-E4F2-0A94475E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3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9E810-90DD-F0E6-F1D7-8F0A2C45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BE9F03-84E4-4365-8F60-9AC9C2EB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C95132-B3E6-BCED-FD19-EACE3C4E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D9E8A2-03BD-2870-D45A-531A78F1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22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3BE032-8E1C-F8E9-8CFB-7A95F85C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BA5F59-4A28-CE68-C5BC-A297BA6C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30A4C-2E0C-3A85-EF99-0B0C7C59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06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112C5-D2B3-B4BC-F846-A8C3D191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CDD84-0F2E-5AE5-F069-007CF4895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EB0920-81AA-9E53-044A-B377330B3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0C2C59-99A3-A1CE-7544-B76282C8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68F699-17F2-2EEB-65C0-D9C36B69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F17F03-C052-8560-6AE6-A9C85684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8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6B796-EFAF-FD33-072E-96236016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FC0BB9-0A88-8958-6A62-C51229B95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544B0B-2C11-DE66-F593-CB736AB0F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805A63-9F02-009A-A142-7C54F27F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C927E8-F8D3-0EF1-048A-1B9E478C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EFBCD5-6017-07C2-176C-3EEC4011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55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FE07-79D9-E76C-413D-7529E02D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3E0B06-E156-D375-D367-1AA3D59ED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9063B2-3F9D-FAB5-6EF4-89131047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99F725-0160-88A3-C408-7098EAF0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ED1F9-7AD9-55EA-40FC-E4B4074F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50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F3CF9E-2F21-61FD-73C7-3448A0FDC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0BE8EF-7B31-ADD9-32EA-2529711D8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1A230B-DFCA-73E9-5AEF-01B48E07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DFB9A9-1132-8175-1642-EF4751EF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C9047D-22CE-673D-48B6-E51A392A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481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range" type="tx">
  <p:cSld name="Title Orange">
    <p:bg>
      <p:bgPr>
        <a:gradFill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444184" y="1491284"/>
            <a:ext cx="15912697" cy="59267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98567" y="158000"/>
            <a:ext cx="7508400" cy="1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  <a:defRPr sz="5600" b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1067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598563" y="2454275"/>
            <a:ext cx="10414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3600">
                <a:solidFill>
                  <a:srgbClr val="FFFFFF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3600">
                <a:solidFill>
                  <a:srgbClr val="FFFFFF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3600">
                <a:solidFill>
                  <a:srgbClr val="FFFFFF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3600">
                <a:solidFill>
                  <a:srgbClr val="FFFFFF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3600">
                <a:solidFill>
                  <a:srgbClr val="FFFFFF"/>
                </a:solidFill>
              </a:defRPr>
            </a:lvl5pPr>
            <a:lvl6pPr marL="3657509" lvl="5" indent="-304792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6pPr>
            <a:lvl7pPr marL="4267093" lvl="6" indent="-304792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7pPr>
            <a:lvl8pPr marL="4876678" lvl="7" indent="-304792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8pPr>
            <a:lvl9pPr marL="5486263" lvl="8" indent="-304792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15;p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428" y="479748"/>
            <a:ext cx="2183171" cy="56257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612600" y="6429375"/>
            <a:ext cx="274800" cy="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467" b="0">
                <a:solidFill>
                  <a:srgbClr val="4D4E4F"/>
                </a:solidFill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 sz="1867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07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2EF58-E0E8-BFFF-C499-957FD426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0253F4-856F-7B41-9871-B6C502E3D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414061-EF14-AC59-1854-A6FBFCB9D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F7BC6-0622-4134-80E5-1B898142B810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6AA2C7-E0F8-F1BB-5109-BD893ABC4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5D881-3594-97CF-393E-91AE93013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B5FD7-B31A-4A96-B331-AFE7FC9B77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31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89327" y="522492"/>
            <a:ext cx="8166746" cy="2454275"/>
          </a:xfrm>
          <a:prstGeom prst="rect">
            <a:avLst/>
          </a:prstGeom>
        </p:spPr>
        <p:txBody>
          <a:bodyPr spcFirstLastPara="1" vert="horz" wrap="square" lIns="25367" tIns="25367" rIns="25367" bIns="25367" rtlCol="0" anchor="b" anchorCtr="0">
            <a:noAutofit/>
          </a:bodyPr>
          <a:lstStyle/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«AI Fitness Coach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Ecosystem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Централизованная платформа с ИИ-тренером, чатом, персональными рекомендациями, трекингом прогресса и питания»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1109467" y="5740308"/>
            <a:ext cx="10414000" cy="595200"/>
          </a:xfrm>
          <a:prstGeom prst="rect">
            <a:avLst/>
          </a:prstGeom>
        </p:spPr>
        <p:txBody>
          <a:bodyPr spcFirstLastPara="1" vert="horz" wrap="square" lIns="25367" tIns="25367" rIns="25367" bIns="25367" rtlCol="0" anchor="t" anchorCtr="0">
            <a:noAutofit/>
          </a:bodyPr>
          <a:lstStyle/>
          <a:p>
            <a:pPr marL="0" indent="0" algn="ctr"/>
            <a:r>
              <a:rPr lang="ru-RU" sz="2933" dirty="0"/>
              <a:t>Санкт-Петербург</a:t>
            </a:r>
          </a:p>
          <a:p>
            <a:pPr marL="0" indent="0" algn="ctr"/>
            <a:r>
              <a:rPr lang="ru-RU" sz="2933" dirty="0"/>
              <a:t>27</a:t>
            </a:r>
            <a:r>
              <a:rPr lang="en-US" sz="2933" dirty="0"/>
              <a:t>.0</a:t>
            </a:r>
            <a:r>
              <a:rPr lang="ru-RU" sz="2933" dirty="0"/>
              <a:t>5</a:t>
            </a:r>
            <a:r>
              <a:rPr lang="en-US" sz="2933" dirty="0"/>
              <a:t>.2026</a:t>
            </a:r>
            <a:endParaRPr sz="2933"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612600" y="6429375"/>
            <a:ext cx="274800" cy="194000"/>
          </a:xfrm>
          <a:prstGeom prst="rect">
            <a:avLst/>
          </a:prstGeom>
        </p:spPr>
        <p:txBody>
          <a:bodyPr spcFirstLastPara="1" vert="horz" wrap="square" lIns="25367" tIns="25367" rIns="25367" bIns="25367" rtlCol="0" anchor="t" anchorCtr="0">
            <a:noAutofit/>
          </a:bodyPr>
          <a:lstStyle/>
          <a:p>
            <a:fld id="{00000000-1234-1234-1234-123412341234}" type="slidenum">
              <a:rPr lang="ru"/>
              <a:pPr/>
              <a:t>1</a:t>
            </a:fld>
            <a:endParaRPr sz="1867">
              <a:solidFill>
                <a:srgbClr val="000000"/>
              </a:solidFill>
            </a:endParaRPr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54B46F85-1483-9033-A1FA-BA5E2E0D6990}"/>
              </a:ext>
            </a:extLst>
          </p:cNvPr>
          <p:cNvSpPr txBox="1">
            <a:spLocks/>
          </p:cNvSpPr>
          <p:nvPr/>
        </p:nvSpPr>
        <p:spPr>
          <a:xfrm>
            <a:off x="2890983" y="2910906"/>
            <a:ext cx="8996418" cy="2829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67" tIns="25367" rIns="25367" bIns="253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/>
            <a:r>
              <a:rPr lang="ru-RU" sz="2000" dirty="0"/>
              <a:t>Выполнили</a:t>
            </a:r>
            <a:r>
              <a:rPr lang="en-US" sz="2000" dirty="0"/>
              <a:t> </a:t>
            </a:r>
            <a:r>
              <a:rPr lang="ru-RU" sz="2000" dirty="0"/>
              <a:t>студенты группы ИКПИ-42: </a:t>
            </a:r>
            <a:br>
              <a:rPr lang="ru-RU" sz="2000" dirty="0"/>
            </a:br>
            <a:r>
              <a:rPr lang="ru-RU" sz="2000" dirty="0"/>
              <a:t>Терещенко М. А. </a:t>
            </a:r>
            <a:r>
              <a:rPr lang="ru-RU" sz="2000" dirty="0" err="1"/>
              <a:t>Гарькуша</a:t>
            </a:r>
            <a:r>
              <a:rPr lang="ru-RU" sz="2000" dirty="0"/>
              <a:t> Н. А. Кочетков А. А. </a:t>
            </a:r>
            <a:br>
              <a:rPr lang="ru-RU" sz="2000" dirty="0"/>
            </a:br>
            <a:r>
              <a:rPr lang="ru-RU" sz="2000" dirty="0" err="1"/>
              <a:t>Каптёл</a:t>
            </a:r>
            <a:r>
              <a:rPr lang="ru-RU" sz="2000" dirty="0"/>
              <a:t> В. В. Бурыкина Е. Д.</a:t>
            </a:r>
            <a:endParaRPr lang="en-US" sz="2000" dirty="0"/>
          </a:p>
          <a:p>
            <a:pPr marL="0" indent="0" algn="r"/>
            <a:br>
              <a:rPr lang="ru-RU" sz="2000" dirty="0"/>
            </a:br>
            <a:r>
              <a:rPr lang="ru-RU" sz="2000" dirty="0"/>
              <a:t>Научный руководитель:</a:t>
            </a:r>
            <a:br>
              <a:rPr lang="ru-RU" sz="2000" dirty="0"/>
            </a:br>
            <a:r>
              <a:rPr lang="ru-RU" sz="2000" dirty="0"/>
              <a:t>Кандидат технических наук, Доцент кафедры </a:t>
            </a:r>
            <a:r>
              <a:rPr lang="ru-RU" sz="2000" dirty="0" err="1"/>
              <a:t>ПИиВТ</a:t>
            </a:r>
            <a:br>
              <a:rPr lang="ru-RU" sz="2000" dirty="0"/>
            </a:br>
            <a:r>
              <a:rPr lang="ru-RU" sz="2000" dirty="0"/>
              <a:t>Дагаев Александр Владимирович</a:t>
            </a:r>
            <a:br>
              <a:rPr lang="ru-RU" sz="2000" dirty="0"/>
            </a:b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A209-AF3A-3BFC-A7D4-7FF6A339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0F29D8-AA02-64BC-C4D1-684313A36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A08F-9608-FC56-B937-6ABF3D879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D1CC61-2827-ABFA-3053-6D5E65DA6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6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9E54-2443-2DFF-69EF-98EDEDDC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C53E06-02FB-429C-8E2D-C3708F11E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36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DA4D-328F-1E1C-A905-38ED41BE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94D200-1DBB-3EC0-D86D-E99E22862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2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ECB6-DFF5-4175-3B31-B2B154D5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40C54F-B729-52BD-B807-A544A229D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DC41-ADD8-873F-B977-394E0D86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C1DB19-77B2-AB17-80CC-8375CC25F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1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3CEE-873A-4676-CDD2-348ACE06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124647-7678-6BDB-CA6C-10D6B8AFE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8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4C22-D79B-9328-AD21-3E39C38E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A936DF-065F-9849-C490-BF8AB5855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5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05AE-A2E1-3C82-94B5-A40D9D361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13BE23-015D-591F-C30F-CC3314ED8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82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10ED-B743-837A-0F8A-2C891BF9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57CDA6-447F-A38B-90DF-007844365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55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76</Words>
  <Application>Microsoft Office PowerPoint</Application>
  <PresentationFormat>Широкоэкранный</PresentationFormat>
  <Paragraphs>6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«AI Fitness Coach Ecosystem: Централизованная платформа с ИИ-тренером, чатом, персональными рекомендациями, трекингом прогресса и питания»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 Тер</dc:creator>
  <cp:lastModifiedBy>Макс Тер</cp:lastModifiedBy>
  <cp:revision>4</cp:revision>
  <dcterms:created xsi:type="dcterms:W3CDTF">2026-05-27T18:38:56Z</dcterms:created>
  <dcterms:modified xsi:type="dcterms:W3CDTF">2026-05-27T20:04:39Z</dcterms:modified>
</cp:coreProperties>
</file>